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F2937"/>
                </a:solidFill>
                <a:latin typeface="PingFang SC"/>
              </a:defRPr>
            </a:pPr>
            <a:r>
              <a:t>智能招生咨询项目</a:t>
            </a:r>
          </a:p>
          <a:p>
            <a:pPr>
              <a:spcBef>
                <a:spcPts val="800"/>
              </a:spcBef>
              <a:defRPr sz="2800">
                <a:solidFill>
                  <a:srgbClr val="1D4ED8"/>
                </a:solidFill>
                <a:latin typeface="PingFang SC"/>
              </a:defRPr>
            </a:pPr>
            <a:r>
              <a:t>项目特点与竞争优势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  <a:latin typeface="PingFang SC"/>
              </a:defRPr>
            </a:pPr>
            <a:r>
              <a:t>用自然语言连接招生数据、政策资料与个性化需求，让用户像咨询真人顾问一样完成择校与专业查询。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PingFang S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PingFang SC"/>
              </a:defRPr>
            </a:pPr>
            <a:r>
              <a:t>传统招生查询的痛点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PingFang SC"/>
              </a:defRPr>
            </a:pPr>
            <a:r>
              <a:t>信息分散、操作复杂，用户很难快速获得可执行建议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73152" cy="1828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01368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信息分散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分数线、招生计划、专业要求和政策说明散落在不同页面或文件中。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002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01368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理解成本高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用户需要自己理解批次、位次、专业组、选科等规则，容易误判。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002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01368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缺少连续咨询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传统网页查询通常只能筛选结果，难以围绕个人情况持续追问。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PingFang SC"/>
              </a:defRPr>
            </a:pPr>
            <a:r>
              <a:t>本项目的目标：把复杂招生信息转化为更易理解、更贴近个人需求的咨询服务。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PingFang S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PingFang SC"/>
              </a:defRPr>
            </a:pPr>
            <a:r>
              <a:t>产品提供的核心服务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PingFang SC"/>
              </a:defRPr>
            </a:pPr>
            <a:r>
              <a:t>围绕“能不能报、怎么筛、依据是什么”提供一站式回答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PingFang SC"/>
              </a:defRPr>
            </a:pPr>
            <a:r>
              <a:t>分数与专业推荐：根据用户分数、科类、地区和偏好，推荐可关注的学校与专业。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PingFang SC"/>
              </a:defRPr>
            </a:pPr>
            <a:r>
              <a:t>招生政策问答：帮助用户快速理解招生简章、录取规则、专业限制等内容。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PingFang SC"/>
              </a:defRPr>
            </a:pPr>
            <a:r>
              <a:t>个性化条件筛选：支持地区、学校、专业方向、就业倾向、排除条件等组合需求。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PingFang SC"/>
              </a:defRPr>
            </a:pPr>
            <a:r>
              <a:t>连续追问咨询：用户可在同一对话中不断补充条件，系统持续调整建议。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  <a:latin typeface="PingFang SC"/>
              </a:defRPr>
            </a:pPr>
            <a:r>
              <a:t>资料来源提示：关键回答可展示参考资料，方便用户核对。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PingFang S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PingFang SC"/>
              </a:defRPr>
            </a:pPr>
            <a:r>
              <a:t>项目特点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PingFang SC"/>
              </a:defRPr>
            </a:pPr>
            <a:r>
              <a:t>不是简单查表，而是面向真实咨询场景的智能服务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1325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992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自然语言交互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用户用日常语言提问，不必学习复杂筛选条件。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0992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数据与政策结合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同时参考结构化分数数据和招生资料，回答更完整。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5584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支持个性化推荐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能围绕地区、专业、就业、学校偏好等进行定制筛选。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546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154680"/>
            <a:ext cx="73152" cy="1325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35584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可扩展到多学校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后续可接入更多高校资料，逐步扩展服务范围。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PingFang S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PingFang SC"/>
              </a:defRPr>
            </a:pPr>
            <a:r>
              <a:t>与常见方案的对比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PingFang SC"/>
              </a:defRPr>
            </a:pPr>
            <a:r>
              <a:t>传统表单、夸克志愿、千问通用对话，各有侧重；本项目强调“数据 + 政策 + 连续咨询”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828800" cy="566928"/>
          </a:xfrm>
          <a:prstGeom prst="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490472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PingFang SC"/>
              </a:defRPr>
            </a:pPr>
            <a:r>
              <a:t>对比维度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2743200" cy="566928"/>
          </a:xfrm>
          <a:prstGeom prst="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2032" y="149047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PingFang SC"/>
              </a:defRPr>
            </a:pPr>
            <a:r>
              <a:t>传统表单志愿填报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417320"/>
            <a:ext cx="2743200" cy="566928"/>
          </a:xfrm>
          <a:prstGeom prst="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49047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PingFang SC"/>
              </a:defRPr>
            </a:pPr>
            <a:r>
              <a:t>夸克等志愿平台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417320"/>
            <a:ext cx="2743200" cy="566928"/>
          </a:xfrm>
          <a:prstGeom prst="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49047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PingFang SC"/>
              </a:defRPr>
            </a:pPr>
            <a:r>
              <a:t>千问等通用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98480" y="1417320"/>
            <a:ext cx="1463040" cy="566928"/>
          </a:xfrm>
          <a:prstGeom prst="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71632" y="1490472"/>
            <a:ext cx="1316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PingFang SC"/>
              </a:defRPr>
            </a:pPr>
            <a:r>
              <a:t>本项目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29968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210312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使用方式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029968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2032" y="2103120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填分数、选地区、点筛选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2029968"/>
            <a:ext cx="2743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2103120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表单 + 推荐列表为主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29968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1" y="2103120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自由聊天，无固定流程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8480" y="2029968"/>
            <a:ext cx="1463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71632" y="2103120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自然语言连续咨询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779776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1" y="2852928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个性化表达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2779776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42032" y="2852928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条件有限，难表达复杂偏好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2779776"/>
            <a:ext cx="2743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2" y="2852928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支持部分筛选，难说清排除项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779776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1" y="2852928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能理解口语，但难保证准确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98480" y="2779776"/>
            <a:ext cx="1463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71632" y="2852928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支持地区、就业、排除等组合需求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529584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1" y="3602736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政策理解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3529584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2032" y="3602736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通常需另查简章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3529584"/>
            <a:ext cx="2743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85232" y="3602736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部分平台有说明，需自行对照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3529584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3602736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能解释政策，但可能不够准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98480" y="3529584"/>
            <a:ext cx="1463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71632" y="3602736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结合招生资料回答并提示来源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27939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1" y="4352544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结果可信度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4279392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42032" y="4352544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基于历史分数数据，较稳定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80" y="4279392"/>
            <a:ext cx="2743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5232" y="4352544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数据较全，但解释性一般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4279392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28431" y="4352544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回答灵活，但易泛泛而谈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98480" y="4279392"/>
            <a:ext cx="1463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71632" y="4352544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分数数据 + 政策资料双重校验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029200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1" y="5102352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咨询体验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5029200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42032" y="5102352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一次性查询，难连续追问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80" y="5029200"/>
            <a:ext cx="2743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85232" y="5102352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以生成志愿表为目标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5279" y="5029200"/>
            <a:ext cx="2743200" cy="71323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28431" y="5102352"/>
            <a:ext cx="25968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适合泛问答，不聚焦招生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98480" y="5029200"/>
            <a:ext cx="1463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71632" y="5102352"/>
            <a:ext cx="13167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PingFang SC"/>
              </a:defRPr>
            </a:pPr>
            <a:r>
              <a:t>像顾问一样边问边细化方案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8992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PingFang S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PingFang SC"/>
              </a:defRPr>
            </a:pPr>
            <a:r>
              <a:t>竞争优势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PingFang SC"/>
              </a:defRPr>
            </a:pPr>
            <a:r>
              <a:t>在常见方案之上，补齐“表达更自然、解释更清楚、咨询更连续”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F2937"/>
                </a:solidFill>
                <a:latin typeface="PingFang SC"/>
              </a:defRPr>
            </a:pPr>
            <a:r>
              <a:t>比传统表单更省心：不用反复点选筛选项，一句话就能说清“想留长三角、不想当老师”这类复杂需求。</a:t>
            </a:r>
          </a:p>
          <a:p>
            <a:pPr>
              <a:spcAft>
                <a:spcPts val="1400"/>
              </a:spcAft>
              <a:defRPr sz="1700">
                <a:solidFill>
                  <a:srgbClr val="1F2937"/>
                </a:solidFill>
                <a:latin typeface="PingFang SC"/>
              </a:defRPr>
            </a:pPr>
            <a:r>
              <a:t>比夸克等志愿平台更灵活：不只给一份推荐列表，还能解释为什么、政策限制是什么、哪些专业要避开。</a:t>
            </a:r>
          </a:p>
          <a:p>
            <a:pPr>
              <a:spcAft>
                <a:spcPts val="1400"/>
              </a:spcAft>
              <a:defRPr sz="1700">
                <a:solidFill>
                  <a:srgbClr val="1F2937"/>
                </a:solidFill>
                <a:latin typeface="PingFang SC"/>
              </a:defRPr>
            </a:pPr>
            <a:r>
              <a:t>比千问等通用 AI 更可靠：回答建立在真实招生分数和政策资料上，减少空泛建议和错误判断。</a:t>
            </a:r>
          </a:p>
          <a:p>
            <a:pPr>
              <a:spcAft>
                <a:spcPts val="1400"/>
              </a:spcAft>
              <a:defRPr sz="1700">
                <a:solidFill>
                  <a:srgbClr val="1F2937"/>
                </a:solidFill>
                <a:latin typeface="PingFang SC"/>
              </a:defRPr>
            </a:pPr>
            <a:r>
              <a:t>更适合真实咨询场景：支持多轮追问、条件补充和方案调整，体验更接近真人顾问。</a:t>
            </a:r>
          </a:p>
          <a:p>
            <a:pPr>
              <a:spcAft>
                <a:spcPts val="1400"/>
              </a:spcAft>
              <a:defRPr sz="1700">
                <a:solidFill>
                  <a:srgbClr val="1F2937"/>
                </a:solidFill>
                <a:latin typeface="PingFang SC"/>
              </a:defRPr>
            </a:pPr>
            <a:r>
              <a:t>更适合长期运营：可持续在线服务，减轻人工重复答疑压力，也方便扩展到更多学校。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PingFang S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PingFang SC"/>
              </a:defRPr>
            </a:pPr>
            <a:r>
              <a:t>典型使用场景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PingFang SC"/>
              </a:defRPr>
            </a:pPr>
            <a:r>
              <a:t>面向考生、家长和招生咨询人员的高频问题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508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18488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考生择校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“我的分数能看哪些学校和专业？”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18488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家长咨询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“想留在长三角，就业更稳的专业有哪些？”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1732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18488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政策理解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“这个学校对选科、体检或转专业有什么要求？”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3337560"/>
            <a:ext cx="73152" cy="1508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3538728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方案比较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“A 学校和 B 学校哪个更适合我的条件？”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33756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538728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2937"/>
                </a:solidFill>
                <a:latin typeface="PingFang SC"/>
              </a:defRPr>
            </a:pPr>
            <a:r>
              <a:t>咨询提效</a:t>
            </a:r>
          </a:p>
          <a:p>
            <a:pPr>
              <a:lnSpc>
                <a:spcPct val="118000"/>
              </a:lnSpc>
              <a:defRPr sz="1300">
                <a:solidFill>
                  <a:srgbClr val="6B7280"/>
                </a:solidFill>
                <a:latin typeface="PingFang SC"/>
              </a:defRPr>
            </a:pPr>
            <a:r>
              <a:t>帮助招生老师快速检索资料，减少重复问答。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PingFang S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  <a:latin typeface="PingFang SC"/>
              </a:defRPr>
            </a:pPr>
            <a:r>
              <a:t>项目价值总结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PingFang SC"/>
              </a:defRPr>
            </a:pPr>
            <a:r>
              <a:t>从“信息查询”升级为“智能咨询”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PingFang SC"/>
              </a:defRPr>
            </a:pPr>
            <a:r>
              <a:t>对用户：更快获得清晰、可核对、贴合个人情况的招生建议。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PingFang SC"/>
              </a:defRPr>
            </a:pPr>
            <a:r>
              <a:t>对学校或平台：提升服务效率，沉淀常见问题与咨询数据。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PingFang SC"/>
              </a:defRPr>
            </a:pPr>
            <a:r>
              <a:t>对产品发展：可继续扩展更多学校、更多政策资料和更多个性化推荐能力。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  <a:latin typeface="PingFang SC"/>
              </a:defRPr>
            </a:pPr>
            <a:r>
              <a:t>核心优势：在表单志愿和通用 AI 之间，找到“既好用、又靠谱、还能连续咨询”的差异化定位。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PingFang S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